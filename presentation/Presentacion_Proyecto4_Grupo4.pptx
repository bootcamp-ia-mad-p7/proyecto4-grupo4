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Proyecto 4 - Grupo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</a:defRPr>
            </a:pPr>
            <a:r>
              <a:t>Predicción de Valuación de Startups Unicornio</a:t>
            </a: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</a:defRPr>
            </a:pPr>
            <a:r>
              <a:t>Regresión Lineal como modelo core</a:t>
            </a: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</a:defRPr>
            </a:pPr>
            <a:r>
              <a:t>Dataset: Kaggle - Unicorn Startups (1186 registros)</a:t>
            </a: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</a:defRPr>
            </a:pPr>
            <a:r>
              <a:t>Curso: Bootcamp IA &amp;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  Objetivo del Proyecto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2.  Dataset: Descripción y Estructura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3.  Análisis Exploratorio (EDA) - Hallazgos Clave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4.  Metodología: Pipeline de Regresión Lineal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5.  Métricas: Definiciones e Interpretación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6.  Resultados del Modelo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7.  Inferencias y Conclusiones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8.  Recomendaciones Futuras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Objetivo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Predecir la valuación (en miles de millones USD) de startups unicornio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utilizando únicamente características disponibles al momento de su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incorporación al club de unicornios.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¿Por qué Regresión Lineal?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  • Modelo interpretable: cada coeficiente tiene un significado claro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  • Base fundamental del Machine Learning supervisado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  • Permite entender qué factores influyen en la valuación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  • Resultados auditables y explicables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Target: valuation_b (Valuación en $B)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Dataset: Descripción y Estructura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Fuente: Kaggle - ramjasmaurya/unicorn-startups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Registros: 1,186 startups | Periodo: hasta septiembre 2022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Variables originales: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• Company        → Nombre de la empresa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• Valuation ($B) → Valuación en $B (con formato $)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• Date Joined    → Fecha de ingreso al club unicornio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• Country        → País de origen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• City           → Ciudad (con encoding \xa0)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• Industry       → Sector industrial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• Investors      → Inversores (texto libre)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Variables derivadas (Feature Engineering):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valuation_b, date_joined, join_year, join_month,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years_since_joined, investor_count, investor_count_log,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is_usa, has_investors, is_fintech, is_ai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EDA - Hallazgos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La distribución de valuation_b está fuertemente sesgada a la derecha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(mediana $1.6B, media $3.25B, máximo $140B de ByteDance)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117 outliers por encima del rango IQR (&gt; $5.85B)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Estados Unidos domina con 636 startups (53.6% del total)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Fintech es la industria con más unicornios (239 registros)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Solo 18 valores nulos (en Investors = 1.5% del dataset)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La valuación promedio varía significativamente por país e industria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Distribución del Target (valuation_b)</a:t>
            </a:r>
          </a:p>
        </p:txBody>
      </p:sp>
      <p:pic>
        <p:nvPicPr>
          <p:cNvPr id="3" name="Picture 2" descr="01_target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515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Análisis por País</a:t>
            </a:r>
          </a:p>
        </p:txBody>
      </p:sp>
      <p:pic>
        <p:nvPicPr>
          <p:cNvPr id="3" name="Picture 2" descr="02_coun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515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Análisis por Industria</a:t>
            </a:r>
          </a:p>
        </p:txBody>
      </p:sp>
      <p:pic>
        <p:nvPicPr>
          <p:cNvPr id="3" name="Picture 2" descr="03_indus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515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Evolución Temporal</a:t>
            </a:r>
          </a:p>
        </p:txBody>
      </p:sp>
      <p:pic>
        <p:nvPicPr>
          <p:cNvPr id="3" name="Picture 2" descr="04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515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Metodología: Pipeline de Regresión Lineal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Pipeline completo (sklearn Pipeline + ColumnTransformer):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1. FeatureEngineer (transformador personalizado):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• Limpieza de columnas (encoding \xa0)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• Features temporales: join_year, join_month, years_since_joined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• Conteo de inversores: investor_count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• Log-transform: investor_count_log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• Flags binarias: is_usa, has_investors, is_fintech, is_ai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2. Preprocessor (ColumnTransformer):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• Numéricas → RobustScaler + PolynomialFeatures(degree=2)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• Categóricas → OneHotEncoder(min_frequency=0.03)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3. Modelo: LinearRegression / RidgeCV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4. Target transform: np.log1p(y) + np.expm1(predicción)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Métricas: Definiciones e Interpretación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MAE (Error Absoluto Medio):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Promedio de |real - predicción|. Mide el error promedio en $B.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Interpretación: En promedio, el modelo se equivoca en ~$1.5B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MSE (Error Cuadrático Medio):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Promedio de (real - predicción)². Penaliza errores grandes.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Interpretación: Los outliers tienen gran impacto en esta métrica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RMSE (Raíz del Error Cuadrático Medio):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Raíz cuadrada del MSE. Vuelve a escala original ($B).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Interpretación: ~$2.9B de error típico en la predicción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R² (Coeficiente de Determinación):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1 - MSE_modelo / MSE_baseline (media). Mide varianza explicada.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R² = 1: predicción perfecta | R² = 0: igual que la media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R² &gt; 0: el modelo aporta información sobre la media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R² &lt; 0: el modelo es peor que predecir siempre la media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Resultados del Modelo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645920"/>
                <a:gridCol w="1645920"/>
                <a:gridCol w="1645920"/>
                <a:gridCol w="164592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Modelo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MAE Train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MAE Test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RMSE Test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R² Train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R² Test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DummyRegressor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3.00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-0.0195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-0.0242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LinearRegression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2.14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1.52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2.92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0.1790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0.0286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Ridge (RidgeCV)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0.0546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0.0132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9319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LinearRegression: Mejor R² en test (0.0286) y menor RMSE (2.92)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Ridge: Menor overfitting (gap 0.04 vs 0.15), más estable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Ambos modelos superan al DummyRegressor (R² negativo)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Comparación de R²: Train vs Test</a:t>
            </a:r>
          </a:p>
        </p:txBody>
      </p:sp>
      <p:pic>
        <p:nvPicPr>
          <p:cNvPr id="3" name="Picture 2" descr="06_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515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Diagnóstico de Regresión Lineal (Test Set)</a:t>
            </a:r>
          </a:p>
        </p:txBody>
      </p:sp>
      <p:pic>
        <p:nvPicPr>
          <p:cNvPr id="3" name="Picture 2" descr="05_regression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515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Inferencias a partir de las Métricas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1. R² positivo (0.0286) confirma que la regresión lineal capta señal: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El modelo explica un 2.86% de la varianza en test.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2. MAE de $1.52B en test vs $1.59B del DummyRegressor: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Mejora modesta pero consistente del 4.4%.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3. Gap Train-Test (0.15 en LinearRegression):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Indica cierto overfitting, mitigado por Ridge (gap 0.04).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4. RMSE más bajo en LinearRegression (2.92 vs 3.00):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El modelo está logrando capturar patrones reales.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5. Las variables más influyentes son: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• is_usa (USA concentra el 53% de los unicornios)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• investor_count_log (más inversores → mayor valuación)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• is_fintech (sector con más unicornios y alta valuación)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• years_since_joined (efecto vintage)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Conclusiones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Fortalezas del enfoque: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✓ Pipeline modular y reproducible (sklearn Pipeline)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✓ Feature engineering que extrajo señal de datos crudos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✓ Transformación logarítmica del target para estabilizar varianza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✓ PolynomialFeatures para capturar relaciones no lineales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✓ Regularización (RidgeCV) para controlar overfitting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Limitaciones identificadas: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• Las features disponibles (país, industria, fecha) explican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 solo una fracción de la varianza en valuación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• La valuación de startups depende de factores no capturados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 (rondas de financiación, revenue, tecnología propietaria)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• Alta concentración de outliers distorsiona el MSE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Recomendaciones Futuras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1. Estratificación por País: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Entrenar modelos separados por país o región económica.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USA (636 startups) y China tienen dinámicas muy distintas.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Un modelo por cluster geográfico captaría mejor cada mercado.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2. Más Features Externas: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• Indicadores macroeconómicos del país (PIB, TIR, inflación)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• Cantidad total de rondas de financiación recibidas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• Tamaño del equipo / años de experiencia de los fundadores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• Patentes registradas (proxy de innovación)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3. Modelos más avanzados: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• Random Forest / Gradient Boosting (capturan no-linealidades)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• Target Encoding para países e industrias (vs OneHot)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• Stacking: combinar LinearRegression + Tree-based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4. Limpieza de Outliers: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Evaluar impacto de remover el top 1% de valuaciones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para que el modelo no se distorsione por casos extremos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</a:defRPr>
            </a:pPr>
            <a:r>
              <a:t>¿Preguntas?</a:t>
            </a: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</a:defRPr>
            </a:pPr>
            <a:r>
              <a:t>Repositorio: github.com/Bootcamp-IA-MAD-P7/proyecto4-grupo4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